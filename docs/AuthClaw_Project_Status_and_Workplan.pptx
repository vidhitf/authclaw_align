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9f862424d46c3" /><Relationship Type="http://schemas.openxmlformats.org/officeDocument/2006/relationships/extended-properties" Target="/docProps/app.xml" Id="R28d70572961d4693" /><Relationship Type="http://schemas.openxmlformats.org/officeDocument/2006/relationships/officeDocument" Target="/ppt/presentation.xml" Id="R49bc69cbf482405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3defcc026744903"/>
  </p:sldMasterIdLst>
  <p:notesMasterIdLst>
    <p:notesMasterId xmlns:r="http://schemas.openxmlformats.org/officeDocument/2006/relationships" r:id="Rcf9fbbd1919946b1"/>
  </p:notesMasterIdLst>
  <p:sldIdLst>
    <p:sldId xmlns:r="http://schemas.openxmlformats.org/officeDocument/2006/relationships" id="256" r:id="R9350cdc1e1fb408d"/>
    <p:sldId xmlns:r="http://schemas.openxmlformats.org/officeDocument/2006/relationships" id="257" r:id="R76d2b68a68534997"/>
    <p:sldId xmlns:r="http://schemas.openxmlformats.org/officeDocument/2006/relationships" id="258" r:id="R368d5d25f06e4fe6"/>
    <p:sldId xmlns:r="http://schemas.openxmlformats.org/officeDocument/2006/relationships" id="259" r:id="Re4dc7b0474d1473a"/>
    <p:sldId xmlns:r="http://schemas.openxmlformats.org/officeDocument/2006/relationships" id="260" r:id="R62ff979b9d93483c"/>
    <p:sldId xmlns:r="http://schemas.openxmlformats.org/officeDocument/2006/relationships" id="261" r:id="Rf0f7cb0b89a24b9a"/>
    <p:sldId xmlns:r="http://schemas.openxmlformats.org/officeDocument/2006/relationships" id="262" r:id="Rf7741e3a966c4cc8"/>
    <p:sldId xmlns:r="http://schemas.openxmlformats.org/officeDocument/2006/relationships" id="263" r:id="Rdca7467fa5504b12"/>
    <p:sldId xmlns:r="http://schemas.openxmlformats.org/officeDocument/2006/relationships" id="264" r:id="Rd2af435311924a98"/>
    <p:sldId xmlns:r="http://schemas.openxmlformats.org/officeDocument/2006/relationships" id="265" r:id="Rd3596d3f91e84fc7"/>
    <p:sldId xmlns:r="http://schemas.openxmlformats.org/officeDocument/2006/relationships" id="266" r:id="R72ee511f44164fe0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a76aebe5b23d4efd"/>
      <p:bold xmlns:r="http://schemas.openxmlformats.org/officeDocument/2006/relationships" r:id="R2162cd94df554213"/>
      <p:italic xmlns:r="http://schemas.openxmlformats.org/officeDocument/2006/relationships" r:id="Rae128cf73d07487d"/>
      <p:boldItalic xmlns:r="http://schemas.openxmlformats.org/officeDocument/2006/relationships" r:id="Rbfcdbb5f9b714ca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014058765437e" /><Relationship Type="http://schemas.openxmlformats.org/officeDocument/2006/relationships/slideMaster" Target="/ppt/slideMasters/slideMaster1.xml" Id="Rc3defcc026744903" /><Relationship Type="http://schemas.openxmlformats.org/officeDocument/2006/relationships/notesMaster" Target="/ppt/notesMasters/notesMaster1.xml" Id="Rcf9fbbd1919946b1" /><Relationship Type="http://schemas.openxmlformats.org/officeDocument/2006/relationships/presProps" Target="/ppt/presProps.xml" Id="R418968b0f387440a" /><Relationship Type="http://schemas.openxmlformats.org/officeDocument/2006/relationships/viewProps" Target="/ppt/viewProps.xml" Id="Rc187251998df4005" /><Relationship Type="http://schemas.openxmlformats.org/officeDocument/2006/relationships/tableStyles" Target="/ppt/tableStyles.xml" Id="R43e47e9757d94d68" /><Relationship Type="http://schemas.openxmlformats.org/officeDocument/2006/relationships/font" Target="/ppt/fonts/font.dat" Id="Ra76aebe5b23d4efd" /><Relationship Type="http://schemas.openxmlformats.org/officeDocument/2006/relationships/font" Target="/ppt/fonts/font2.dat" Id="R2162cd94df554213" /><Relationship Type="http://schemas.openxmlformats.org/officeDocument/2006/relationships/font" Target="/ppt/fonts/font3.dat" Id="Rae128cf73d07487d" /><Relationship Type="http://schemas.openxmlformats.org/officeDocument/2006/relationships/font" Target="/ppt/fonts/font4.dat" Id="Rbfcdbb5f9b714ca4" /><Relationship Type="http://schemas.openxmlformats.org/officeDocument/2006/relationships/slide" Target="/ppt/slides/slide1.xml" Id="R9350cdc1e1fb408d" /><Relationship Type="http://schemas.openxmlformats.org/officeDocument/2006/relationships/slide" Target="/ppt/slides/slide2.xml" Id="R76d2b68a68534997" /><Relationship Type="http://schemas.openxmlformats.org/officeDocument/2006/relationships/slide" Target="/ppt/slides/slide3.xml" Id="R368d5d25f06e4fe6" /><Relationship Type="http://schemas.openxmlformats.org/officeDocument/2006/relationships/slide" Target="/ppt/slides/slide4.xml" Id="Re4dc7b0474d1473a" /><Relationship Type="http://schemas.openxmlformats.org/officeDocument/2006/relationships/slide" Target="/ppt/slides/slide5.xml" Id="R62ff979b9d93483c" /><Relationship Type="http://schemas.openxmlformats.org/officeDocument/2006/relationships/slide" Target="/ppt/slides/slide6.xml" Id="Rf0f7cb0b89a24b9a" /><Relationship Type="http://schemas.openxmlformats.org/officeDocument/2006/relationships/slide" Target="/ppt/slides/slide7.xml" Id="Rf7741e3a966c4cc8" /><Relationship Type="http://schemas.openxmlformats.org/officeDocument/2006/relationships/slide" Target="/ppt/slides/slide8.xml" Id="Rdca7467fa5504b12" /><Relationship Type="http://schemas.openxmlformats.org/officeDocument/2006/relationships/slide" Target="/ppt/slides/slide9.xml" Id="Rd2af435311924a98" /><Relationship Type="http://schemas.openxmlformats.org/officeDocument/2006/relationships/slide" Target="/ppt/slides/slide10.xml" Id="Rd3596d3f91e84fc7" /><Relationship Type="http://schemas.openxmlformats.org/officeDocument/2006/relationships/slide" Target="/ppt/slides/slide11.xml" Id="R72ee511f44164f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3cde15ae6449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75af82fbc149bb" /><Relationship Type="http://schemas.openxmlformats.org/officeDocument/2006/relationships/notesMaster" Target="/ppt/notesMasters/notesMaster1.xml" Id="Rdfb7b61a711142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3cb35e39bf45f4" /><Relationship Type="http://schemas.openxmlformats.org/officeDocument/2006/relationships/notesMaster" Target="/ppt/notesMasters/notesMaster1.xml" Id="Rd4197e7edb1c43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f7f756b1a74f4a" /><Relationship Type="http://schemas.openxmlformats.org/officeDocument/2006/relationships/notesMaster" Target="/ppt/notesMasters/notesMaster1.xml" Id="R2b871d3a27d1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af54196aeb4380" /><Relationship Type="http://schemas.openxmlformats.org/officeDocument/2006/relationships/notesMaster" Target="/ppt/notesMasters/notesMaster1.xml" Id="Rc21581cef9cd44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3ebf0fe2a846ce" /><Relationship Type="http://schemas.openxmlformats.org/officeDocument/2006/relationships/notesMaster" Target="/ppt/notesMasters/notesMaster1.xml" Id="R3b1f2f1fdaa1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5fea849893426c" /><Relationship Type="http://schemas.openxmlformats.org/officeDocument/2006/relationships/notesMaster" Target="/ppt/notesMasters/notesMaster1.xml" Id="R75c54977d655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ee034bd2b64b27" /><Relationship Type="http://schemas.openxmlformats.org/officeDocument/2006/relationships/notesMaster" Target="/ppt/notesMasters/notesMaster1.xml" Id="R45ac16b264774d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d00b9d0d9d43d4" /><Relationship Type="http://schemas.openxmlformats.org/officeDocument/2006/relationships/notesMaster" Target="/ppt/notesMasters/notesMaster1.xml" Id="R4537ae99790542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2d602f27a2472f" /><Relationship Type="http://schemas.openxmlformats.org/officeDocument/2006/relationships/notesMaster" Target="/ppt/notesMasters/notesMaster1.xml" Id="R2a046ea9bdcf46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9f7222f94f4684" /><Relationship Type="http://schemas.openxmlformats.org/officeDocument/2006/relationships/notesMaster" Target="/ppt/notesMasters/notesMaster1.xml" Id="R0e8210d6e5f345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f1b17be6624203" /><Relationship Type="http://schemas.openxmlformats.org/officeDocument/2006/relationships/notesMaster" Target="/ppt/notesMasters/notesMaster1.xml" Id="R45744e33dc63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Requested Simple Dark Mode template: retained reference.pptx</a:t>
            </a:r>
            <a:endParaRPr/>
          </a:p>
          <a:p xmlns:a="http://schemas.openxmlformats.org/drawingml/2006/main">
            <a:r>
              <a:t>- docs/AUTHCLAW_ARCHITECTURE_PARALLEL_IMPLEMENTATION_PLAN.md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infra/terraform/modules/regional_stack/main.tf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.github/workflows/ci.yml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docker-compose.full.yml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infra/terraform/registry.tf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infra/terraform/modules/regional_stack/main.tf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.github/workflows/ci.yml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script/gateway_latency_benchmark.py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infra/terraform/modules/regional_stack/main.tf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backend/app/db/session.py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services/agent/database/__init__.py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script/gateway_latency_benchmark.py</a:t>
            </a:r>
          </a:p>
          <a:p xmlns:a="http://schemas.openxmlformats.org/drawingml/2006/main">
            <a:r>
              <a:t>- docs/AUTHCLAW_ARCHITECTURE_PARALLEL_IMPLEMENTATION_PLAN.md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docs/AUTHCLAW_ARCHITECTURE_PARALLEL_IMPLEMENTATION_PLAN.md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docs/AUTHCLAW_ARCHITECTURE_PARALLEL_IMPLEMENTATION_PLAN.md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infra/terraform/modules/regional_stack/main.tf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docs/AUTHCLAW_ARCHITECTURE_PARALLEL_IMPLEMENTATION_PLAN.md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.github/workflows/deploy-controlled-beta.yml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backend/tests/test_tenant_session_context.py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backend/app/db/session.py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services/agent/database/__init__.py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.github/workflows/ci.yml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gateway/policy.go</a:t>
            </a:r>
          </a:p>
          <a:p xmlns:a="http://schemas.openxmlformats.org/drawingml/2006/main">
            <a:r>
              <a:t>- gateway/redact.go</a:t>
            </a:r>
          </a:p>
          <a:p xmlns:a="http://schemas.openxmlformats.org/drawingml/2006/main">
            <a:r>
              <a:t>- audit_consumer/consumer.py</a:t>
            </a:r>
          </a:p>
          <a:p xmlns:a="http://schemas.openxmlformats.org/drawingml/2006/main">
            <a:r>
              <a:t>- infra/clickhouse/init.sql</a:t>
            </a:r>
          </a:p>
          <a:p xmlns:a="http://schemas.openxmlformats.org/drawingml/2006/main">
            <a:r>
              <a:t>- infra/terraform/registry.tf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docs/AUTHCLAW_ARCHITECTURE_PARALLEL_IMPLEMENTATION_PLAN.md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bb089dee04f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0c6cdc17242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37d2626fc44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fe4b1ec2b4c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87c6341994c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2c929fed746a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280f38f3441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34b5d2041444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1b64c60f0844a0" /><Relationship Type="http://schemas.openxmlformats.org/officeDocument/2006/relationships/slideLayout" Target="/ppt/slideLayouts/slideLayout1.xml" Id="Rb99c9d72c2fc48cb" /><Relationship Type="http://schemas.openxmlformats.org/officeDocument/2006/relationships/slideLayout" Target="/ppt/slideLayouts/slideLayout2.xml" Id="Rbcb3b254f94f458b" /><Relationship Type="http://schemas.openxmlformats.org/officeDocument/2006/relationships/slideLayout" Target="/ppt/slideLayouts/slideLayout3.xml" Id="Ref05088c755d47e1" /><Relationship Type="http://schemas.openxmlformats.org/officeDocument/2006/relationships/slideLayout" Target="/ppt/slideLayouts/slideLayout4.xml" Id="R509cce6a32e0440a" /><Relationship Type="http://schemas.openxmlformats.org/officeDocument/2006/relationships/slideLayout" Target="/ppt/slideLayouts/slideLayout5.xml" Id="R4af3c2762e404e86" /><Relationship Type="http://schemas.openxmlformats.org/officeDocument/2006/relationships/slideLayout" Target="/ppt/slideLayouts/slideLayout6.xml" Id="R9bc35c02342746f6" /><Relationship Type="http://schemas.openxmlformats.org/officeDocument/2006/relationships/slideLayout" Target="/ppt/slideLayouts/slideLayout7.xml" Id="R28876269c7e0423e" /><Relationship Type="http://schemas.openxmlformats.org/officeDocument/2006/relationships/slideLayout" Target="/ppt/slideLayouts/slideLayout8.xml" Id="R5983a06fee634dd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9c9d72c2fc48cb"/>
    <p:sldLayoutId xmlns:r="http://schemas.openxmlformats.org/officeDocument/2006/relationships" id="2147483650" r:id="Rbcb3b254f94f458b"/>
    <p:sldLayoutId xmlns:r="http://schemas.openxmlformats.org/officeDocument/2006/relationships" id="2147483651" r:id="Ref05088c755d47e1"/>
    <p:sldLayoutId xmlns:r="http://schemas.openxmlformats.org/officeDocument/2006/relationships" id="2147483652" r:id="R509cce6a32e0440a"/>
    <p:sldLayoutId xmlns:r="http://schemas.openxmlformats.org/officeDocument/2006/relationships" id="2147483653" r:id="R4af3c2762e404e86"/>
    <p:sldLayoutId xmlns:r="http://schemas.openxmlformats.org/officeDocument/2006/relationships" id="2147483654" r:id="R9bc35c02342746f6"/>
    <p:sldLayoutId xmlns:r="http://schemas.openxmlformats.org/officeDocument/2006/relationships" id="2147483655" r:id="R28876269c7e0423e"/>
    <p:sldLayoutId xmlns:r="http://schemas.openxmlformats.org/officeDocument/2006/relationships" id="2147483656" r:id="R5983a06fee634dd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209d369dc432b" /><Relationship Type="http://schemas.openxmlformats.org/officeDocument/2006/relationships/image" Target="/ppt/media/image.png" Id="Rf3dd9bf22d5940a8" /><Relationship Type="http://schemas.openxmlformats.org/officeDocument/2006/relationships/notesSlide" Target="/ppt/notesSlides/notesSlide1.xml" Id="R92baf0e62c4b4d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ddba158a44041" /><Relationship Type="http://schemas.openxmlformats.org/officeDocument/2006/relationships/notesSlide" Target="/ppt/notesSlides/notesSlide2.xml" Id="Rb0655132f7a74e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8b20559994a60" /><Relationship Type="http://schemas.openxmlformats.org/officeDocument/2006/relationships/notesSlide" Target="/ppt/notesSlides/notesSlide3.xml" Id="R389619deb11646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cd55ae41c4def" /><Relationship Type="http://schemas.openxmlformats.org/officeDocument/2006/relationships/notesSlide" Target="/ppt/notesSlides/notesSlide4.xml" Id="Racb36bd80f1b41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51189742547ff" /><Relationship Type="http://schemas.openxmlformats.org/officeDocument/2006/relationships/notesSlide" Target="/ppt/notesSlides/notesSlide5.xml" Id="R07c8a6199c74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de447eead5414a" /><Relationship Type="http://schemas.openxmlformats.org/officeDocument/2006/relationships/notesSlide" Target="/ppt/notesSlides/notesSlide6.xml" Id="R1524a10695684c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7e9e909f14111" /><Relationship Type="http://schemas.openxmlformats.org/officeDocument/2006/relationships/notesSlide" Target="/ppt/notesSlides/notesSlide7.xml" Id="Rfb803556e2c649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eb3d620cd429c" /><Relationship Type="http://schemas.openxmlformats.org/officeDocument/2006/relationships/notesSlide" Target="/ppt/notesSlides/notesSlide8.xml" Id="R28cc4a2be87041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44197123c476a" /><Relationship Type="http://schemas.openxmlformats.org/officeDocument/2006/relationships/notesSlide" Target="/ppt/notesSlides/notesSlide9.xml" Id="Rbb4524e473c04b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3e8a727a34230" /><Relationship Type="http://schemas.openxmlformats.org/officeDocument/2006/relationships/notesSlide" Target="/ppt/notesSlides/notesSlide10.xml" Id="R25d311087fa14e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97340b2ba4d7a" /><Relationship Type="http://schemas.openxmlformats.org/officeDocument/2006/relationships/notesSlide" Target="/ppt/notesSlides/notesSlide11.xml" Id="Reaba7f4bc83c45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>AuthClaw architecture
execution plan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t>Verified repository status</a:t>
            </a:r>
          </a:p>
          <a:p xmlns:a="http://schemas.openxmlformats.org/drawingml/2006/main">
            <a:r>
              <a:t>Three engineers • one coordinated migration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PROJECT STATUS • EXECUTION PLAN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d9bf22d5940a8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2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target architecture is not implemented yet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Data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Backend and agent use separately provisioned PostgreSQL databases.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Network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One NAT per regional stack; no AWS service VPC endpoints.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Compute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Fargate only; no Graviton provider or ARM64 runtime.</a:t>
            </a:r>
            <a:endParaRPr sz="1600"/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Verified status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Current infrastructure remains Fargate-based, service-separated, NAT-routed, and backed by two PostgreSQL databases.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Python runtime dependencies have ARM64 wheels, but CI and ECS are not ARM64-ready.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Four assumptions in the architecture document must be corrected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Graviton scope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Incorrect: ARM builds and ECS EC2 infrastructure are required.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ECR lifecycle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t>Outdated: repositories already retain the latest 30 images.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Latency baseline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Unsupported: no committed measured baseline proves the claim.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Two databases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Unproven: separation is deliberate in Compose and Terraform.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Repository corrections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These statements are outdated, incorrect, or unsupported by committed evidence.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4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agreed data target is one PostgreSQL instance with isolated ownership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Backend database / schema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t>Dedicated backend role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t>Independent migrations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t>Tenant-safe pooling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Agent database / schema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t>Dedicated agent role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t>Independent migrations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t>No backend data access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Non-negotiable target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Backend and agent share one PostgreSQL instance—not tables, credentials, or unrestricted permissions.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Prefer separate databases inside the instance unless cross-schema queries are required.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</a:t>
            </a:r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one shared baseline and give the same evidence to every engineer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Runtime performance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t>Gateway p50/p95/p99 for plain, redacted, and streaming paths.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Service capacity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t>CPU and memory p95/peaks, task limits, and container image sizes.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Data and audit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Database size/connections, pool behavior, event rate, lag, and replay time.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Cloud and rollback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NAT traffic/cost plus deployed and rollback image digests.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6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Ownership is clear; the baseline is shared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Engineer 1 — Platform
ARM64 • Graviton • endpoints • ECR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Engineer 2 — Data
PostgreSQL • migration • isolation • audit</a:t>
            </a:r>
            <a:endParaRPr sz="2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Engineer 3 — Runtime
Sidecars • isolation • benchmarks</a:t>
            </a:r>
            <a:endParaRPr sz="2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7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workstreams proceed in parallel after the baseline is approved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Build ARM64 images; add Graviton capacity and VPC endpoints.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Platform
workstream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Rehearse one-instance migration, permissions, validation, and rollback.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Database
workstream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Co-locate gateway sidecars on Fargate before moving compute.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Runtime
workstream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Protect digests; add SBOM, signing, task roles, and runtime controls.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Hardening
workstream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Parallel delivery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Engineer 1 owns shared Terraform, CI, and deployment workflows.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Engineers 2 and 3 supply infrastructure requirements without editing the same stack concurrently.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8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Parallel engineering does not mean a big-bang production release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Release one variable at a time
Every production change needs a measured acceptance gate and tested rollback.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1  Baseline approved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t>Start with evidence and reversible foundations. Co-location is validated on Fargate before Graviton, and database consolidation is released separately from compute and audit transport changes.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t>Do not reduce image retention until deployed and rollback digests are protected.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2  ARM64 builds + endpoints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3  Fargate sidecar task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4  Graviton canaries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5  PostgreSQL cutover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r>
              <a:t>9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Compute and data changes are accepted only after four concrete gates pass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Fargate rollback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The previous compute path remains tested and recoverable.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ARM64 runtime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t>Every image builds and passes health checks on Graviton.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Tenant isolation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A real pooled tenant A → tenant B reuse test passes.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Shared database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Both migration sets complete and data validation matches.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Acceptance gates — compute and data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>A successful deployment is not enough; behavior, isolation, and rollback must be demonstrated.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</a:t>
            </a:r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final gates complete the definition of done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Private sidecars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t>OPA and Presidio cannot be reached from another ECS task.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Performance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t>Plain, redacted, and streaming requests meet agreed budgets.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Audit integrity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Ordering, dedupe, replay, DLQ, and fallback tests pass.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t>Safe retention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t>Lifecycle cleanup preserves deployed and rollback digests.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>Approve the shared baseline,
then start the three workstreams.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NEXT ACTION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t>AUTHCLAW • THREE ENGINEERS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2026-08-27T09:53:39.5200000Z</dcterms:created>
  <dcterms:modified xsi:type="dcterms:W3CDTF">2026-08-27T09:53:39.5200000Z</dcterms:modified>
</coreProperties>
</file>